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18" r:id="rId3"/>
    <p:sldId id="339" r:id="rId4"/>
    <p:sldId id="287" r:id="rId5"/>
    <p:sldId id="319" r:id="rId6"/>
    <p:sldId id="289" r:id="rId7"/>
    <p:sldId id="338" r:id="rId8"/>
    <p:sldId id="333" r:id="rId9"/>
    <p:sldId id="331" r:id="rId10"/>
    <p:sldId id="334" r:id="rId11"/>
    <p:sldId id="335" r:id="rId12"/>
    <p:sldId id="329" r:id="rId13"/>
    <p:sldId id="308" r:id="rId14"/>
    <p:sldId id="327" r:id="rId15"/>
    <p:sldId id="328" r:id="rId16"/>
    <p:sldId id="336" r:id="rId17"/>
    <p:sldId id="337" r:id="rId18"/>
    <p:sldId id="332" r:id="rId19"/>
    <p:sldId id="340" r:id="rId20"/>
    <p:sldId id="32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3D94D9-7E3D-470F-83FF-EA6E33E5813A}" v="134" dt="2025-11-22T03:37:14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33" autoAdjust="0"/>
  </p:normalViewPr>
  <p:slideViewPr>
    <p:cSldViewPr snapToGrid="0">
      <p:cViewPr varScale="1">
        <p:scale>
          <a:sx n="53" d="100"/>
          <a:sy n="53" d="100"/>
        </p:scale>
        <p:origin x="68" y="7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churi Sri Sai Aaslesh" userId="0688c8fde98ccd52" providerId="LiveId" clId="{AEAA3729-73ED-4F93-A74A-313AABC50EC1}"/>
    <pc:docChg chg="undo redo custSel addSld delSld modSld sldOrd">
      <pc:chgData name="Palchuri Sri Sai Aaslesh" userId="0688c8fde98ccd52" providerId="LiveId" clId="{AEAA3729-73ED-4F93-A74A-313AABC50EC1}" dt="2025-11-22T03:37:14.723" v="741" actId="27636"/>
      <pc:docMkLst>
        <pc:docMk/>
      </pc:docMkLst>
      <pc:sldChg chg="modSp mod">
        <pc:chgData name="Palchuri Sri Sai Aaslesh" userId="0688c8fde98ccd52" providerId="LiveId" clId="{AEAA3729-73ED-4F93-A74A-313AABC50EC1}" dt="2025-11-22T01:53:51.397" v="108" actId="20577"/>
        <pc:sldMkLst>
          <pc:docMk/>
          <pc:sldMk cId="359959006" sldId="256"/>
        </pc:sldMkLst>
        <pc:spChg chg="mod">
          <ac:chgData name="Palchuri Sri Sai Aaslesh" userId="0688c8fde98ccd52" providerId="LiveId" clId="{AEAA3729-73ED-4F93-A74A-313AABC50EC1}" dt="2025-11-22T01:51:27.317" v="13" actId="27636"/>
          <ac:spMkLst>
            <pc:docMk/>
            <pc:sldMk cId="359959006" sldId="256"/>
            <ac:spMk id="2" creationId="{55DA8C8D-DBE3-4D7B-B00C-C31FD9BFD984}"/>
          </ac:spMkLst>
        </pc:spChg>
        <pc:spChg chg="mod">
          <ac:chgData name="Palchuri Sri Sai Aaslesh" userId="0688c8fde98ccd52" providerId="LiveId" clId="{AEAA3729-73ED-4F93-A74A-313AABC50EC1}" dt="2025-11-22T01:53:51.397" v="108" actId="20577"/>
          <ac:spMkLst>
            <pc:docMk/>
            <pc:sldMk cId="359959006" sldId="256"/>
            <ac:spMk id="5" creationId="{E3FACACF-7282-9E8B-752B-2442A04BE49E}"/>
          </ac:spMkLst>
        </pc:spChg>
      </pc:sldChg>
      <pc:sldChg chg="modSp mod">
        <pc:chgData name="Palchuri Sri Sai Aaslesh" userId="0688c8fde98ccd52" providerId="LiveId" clId="{AEAA3729-73ED-4F93-A74A-313AABC50EC1}" dt="2025-11-22T02:39:58.175" v="448" actId="113"/>
        <pc:sldMkLst>
          <pc:docMk/>
          <pc:sldMk cId="170628137" sldId="287"/>
        </pc:sldMkLst>
        <pc:spChg chg="mod">
          <ac:chgData name="Palchuri Sri Sai Aaslesh" userId="0688c8fde98ccd52" providerId="LiveId" clId="{AEAA3729-73ED-4F93-A74A-313AABC50EC1}" dt="2025-11-22T02:39:58.175" v="448" actId="113"/>
          <ac:spMkLst>
            <pc:docMk/>
            <pc:sldMk cId="170628137" sldId="287"/>
            <ac:spMk id="2" creationId="{C7678BF8-83E2-B2A4-2068-DF5A7CC027A3}"/>
          </ac:spMkLst>
        </pc:spChg>
        <pc:spChg chg="mod">
          <ac:chgData name="Palchuri Sri Sai Aaslesh" userId="0688c8fde98ccd52" providerId="LiveId" clId="{AEAA3729-73ED-4F93-A74A-313AABC50EC1}" dt="2025-11-22T02:39:53.184" v="447" actId="14100"/>
          <ac:spMkLst>
            <pc:docMk/>
            <pc:sldMk cId="170628137" sldId="287"/>
            <ac:spMk id="3" creationId="{F93C1F33-7B7E-9D90-EF13-666DE0999804}"/>
          </ac:spMkLst>
        </pc:spChg>
      </pc:sldChg>
      <pc:sldChg chg="modSp mod">
        <pc:chgData name="Palchuri Sri Sai Aaslesh" userId="0688c8fde98ccd52" providerId="LiveId" clId="{AEAA3729-73ED-4F93-A74A-313AABC50EC1}" dt="2025-11-22T02:05:40.492" v="270" actId="20577"/>
        <pc:sldMkLst>
          <pc:docMk/>
          <pc:sldMk cId="3048907757" sldId="289"/>
        </pc:sldMkLst>
        <pc:spChg chg="mod">
          <ac:chgData name="Palchuri Sri Sai Aaslesh" userId="0688c8fde98ccd52" providerId="LiveId" clId="{AEAA3729-73ED-4F93-A74A-313AABC50EC1}" dt="2025-11-22T02:05:40.492" v="270" actId="20577"/>
          <ac:spMkLst>
            <pc:docMk/>
            <pc:sldMk cId="3048907757" sldId="289"/>
            <ac:spMk id="2" creationId="{C7678BF8-83E2-B2A4-2068-DF5A7CC027A3}"/>
          </ac:spMkLst>
        </pc:spChg>
        <pc:spChg chg="mod">
          <ac:chgData name="Palchuri Sri Sai Aaslesh" userId="0688c8fde98ccd52" providerId="LiveId" clId="{AEAA3729-73ED-4F93-A74A-313AABC50EC1}" dt="2025-11-22T02:05:21.048" v="268" actId="20577"/>
          <ac:spMkLst>
            <pc:docMk/>
            <pc:sldMk cId="3048907757" sldId="289"/>
            <ac:spMk id="3" creationId="{F93C1F33-7B7E-9D90-EF13-666DE0999804}"/>
          </ac:spMkLst>
        </pc:spChg>
      </pc:sldChg>
      <pc:sldChg chg="addSp delSp modSp mod">
        <pc:chgData name="Palchuri Sri Sai Aaslesh" userId="0688c8fde98ccd52" providerId="LiveId" clId="{AEAA3729-73ED-4F93-A74A-313AABC50EC1}" dt="2025-11-22T02:42:57.281" v="480" actId="1076"/>
        <pc:sldMkLst>
          <pc:docMk/>
          <pc:sldMk cId="2601148579" sldId="308"/>
        </pc:sldMkLst>
        <pc:spChg chg="add mod">
          <ac:chgData name="Palchuri Sri Sai Aaslesh" userId="0688c8fde98ccd52" providerId="LiveId" clId="{AEAA3729-73ED-4F93-A74A-313AABC50EC1}" dt="2025-11-22T02:42:57.281" v="480" actId="1076"/>
          <ac:spMkLst>
            <pc:docMk/>
            <pc:sldMk cId="2601148579" sldId="308"/>
            <ac:spMk id="5" creationId="{15802566-9CEB-A448-33A5-73D4A08B6E71}"/>
          </ac:spMkLst>
        </pc:spChg>
        <pc:picChg chg="add mod">
          <ac:chgData name="Palchuri Sri Sai Aaslesh" userId="0688c8fde98ccd52" providerId="LiveId" clId="{AEAA3729-73ED-4F93-A74A-313AABC50EC1}" dt="2025-11-22T02:42:09.453" v="472" actId="1076"/>
          <ac:picMkLst>
            <pc:docMk/>
            <pc:sldMk cId="2601148579" sldId="308"/>
            <ac:picMk id="3" creationId="{BE918C87-A50A-067E-D0C3-9897FD502A00}"/>
          </ac:picMkLst>
        </pc:picChg>
        <pc:picChg chg="del">
          <ac:chgData name="Palchuri Sri Sai Aaslesh" userId="0688c8fde98ccd52" providerId="LiveId" clId="{AEAA3729-73ED-4F93-A74A-313AABC50EC1}" dt="2025-11-22T02:40:27.164" v="449" actId="478"/>
          <ac:picMkLst>
            <pc:docMk/>
            <pc:sldMk cId="2601148579" sldId="308"/>
            <ac:picMk id="6" creationId="{6BA94940-1EF5-B719-2B85-E5853B3BFAE5}"/>
          </ac:picMkLst>
        </pc:picChg>
      </pc:sldChg>
      <pc:sldChg chg="del">
        <pc:chgData name="Palchuri Sri Sai Aaslesh" userId="0688c8fde98ccd52" providerId="LiveId" clId="{AEAA3729-73ED-4F93-A74A-313AABC50EC1}" dt="2025-11-22T02:05:54.996" v="271" actId="47"/>
        <pc:sldMkLst>
          <pc:docMk/>
          <pc:sldMk cId="3833649149" sldId="309"/>
        </pc:sldMkLst>
      </pc:sldChg>
      <pc:sldChg chg="modSp mod ord">
        <pc:chgData name="Palchuri Sri Sai Aaslesh" userId="0688c8fde98ccd52" providerId="LiveId" clId="{AEAA3729-73ED-4F93-A74A-313AABC50EC1}" dt="2025-11-22T03:26:14.978" v="646" actId="21"/>
        <pc:sldMkLst>
          <pc:docMk/>
          <pc:sldMk cId="151911937" sldId="318"/>
        </pc:sldMkLst>
        <pc:spChg chg="mod">
          <ac:chgData name="Palchuri Sri Sai Aaslesh" userId="0688c8fde98ccd52" providerId="LiveId" clId="{AEAA3729-73ED-4F93-A74A-313AABC50EC1}" dt="2025-11-22T03:26:14.978" v="646" actId="21"/>
          <ac:spMkLst>
            <pc:docMk/>
            <pc:sldMk cId="151911937" sldId="318"/>
            <ac:spMk id="2" creationId="{0815F5B2-8491-E0C4-38AC-C6F8DAB7D242}"/>
          </ac:spMkLst>
        </pc:spChg>
        <pc:spChg chg="mod">
          <ac:chgData name="Palchuri Sri Sai Aaslesh" userId="0688c8fde98ccd52" providerId="LiveId" clId="{AEAA3729-73ED-4F93-A74A-313AABC50EC1}" dt="2025-11-22T02:29:13.224" v="301" actId="27636"/>
          <ac:spMkLst>
            <pc:docMk/>
            <pc:sldMk cId="151911937" sldId="318"/>
            <ac:spMk id="3" creationId="{783DEA87-7D60-110C-13E3-CABCB8815DD9}"/>
          </ac:spMkLst>
        </pc:spChg>
      </pc:sldChg>
      <pc:sldChg chg="modSp mod">
        <pc:chgData name="Palchuri Sri Sai Aaslesh" userId="0688c8fde98ccd52" providerId="LiveId" clId="{AEAA3729-73ED-4F93-A74A-313AABC50EC1}" dt="2025-11-22T02:04:35.188" v="265" actId="113"/>
        <pc:sldMkLst>
          <pc:docMk/>
          <pc:sldMk cId="1709247865" sldId="319"/>
        </pc:sldMkLst>
        <pc:spChg chg="mod">
          <ac:chgData name="Palchuri Sri Sai Aaslesh" userId="0688c8fde98ccd52" providerId="LiveId" clId="{AEAA3729-73ED-4F93-A74A-313AABC50EC1}" dt="2025-11-22T02:04:28.152" v="263" actId="20577"/>
          <ac:spMkLst>
            <pc:docMk/>
            <pc:sldMk cId="1709247865" sldId="319"/>
            <ac:spMk id="2" creationId="{D2FCE5D7-A0E4-84D3-9C0D-8A5E809DACFF}"/>
          </ac:spMkLst>
        </pc:spChg>
        <pc:spChg chg="mod">
          <ac:chgData name="Palchuri Sri Sai Aaslesh" userId="0688c8fde98ccd52" providerId="LiveId" clId="{AEAA3729-73ED-4F93-A74A-313AABC50EC1}" dt="2025-11-22T02:04:35.188" v="265" actId="113"/>
          <ac:spMkLst>
            <pc:docMk/>
            <pc:sldMk cId="1709247865" sldId="319"/>
            <ac:spMk id="3" creationId="{19872D07-CEEF-B145-1C62-79419A216C6E}"/>
          </ac:spMkLst>
        </pc:spChg>
      </pc:sldChg>
      <pc:sldChg chg="del">
        <pc:chgData name="Palchuri Sri Sai Aaslesh" userId="0688c8fde98ccd52" providerId="LiveId" clId="{AEAA3729-73ED-4F93-A74A-313AABC50EC1}" dt="2025-11-22T02:37:06.801" v="365" actId="47"/>
        <pc:sldMkLst>
          <pc:docMk/>
          <pc:sldMk cId="3420171882" sldId="320"/>
        </pc:sldMkLst>
      </pc:sldChg>
      <pc:sldChg chg="delSp add del mod">
        <pc:chgData name="Palchuri Sri Sai Aaslesh" userId="0688c8fde98ccd52" providerId="LiveId" clId="{AEAA3729-73ED-4F93-A74A-313AABC50EC1}" dt="2025-11-22T03:15:45.927" v="564" actId="47"/>
        <pc:sldMkLst>
          <pc:docMk/>
          <pc:sldMk cId="717087220" sldId="321"/>
        </pc:sldMkLst>
        <pc:picChg chg="del">
          <ac:chgData name="Palchuri Sri Sai Aaslesh" userId="0688c8fde98ccd52" providerId="LiveId" clId="{AEAA3729-73ED-4F93-A74A-313AABC50EC1}" dt="2025-11-22T03:14:29.778" v="558" actId="478"/>
          <ac:picMkLst>
            <pc:docMk/>
            <pc:sldMk cId="717087220" sldId="321"/>
            <ac:picMk id="6" creationId="{B58CAC59-8C95-6589-BCEF-5A4C97D49EEF}"/>
          </ac:picMkLst>
        </pc:picChg>
      </pc:sldChg>
      <pc:sldChg chg="delSp del mod">
        <pc:chgData name="Palchuri Sri Sai Aaslesh" userId="0688c8fde98ccd52" providerId="LiveId" clId="{AEAA3729-73ED-4F93-A74A-313AABC50EC1}" dt="2025-11-22T03:14:02.729" v="556" actId="47"/>
        <pc:sldMkLst>
          <pc:docMk/>
          <pc:sldMk cId="1084837918" sldId="322"/>
        </pc:sldMkLst>
        <pc:picChg chg="del">
          <ac:chgData name="Palchuri Sri Sai Aaslesh" userId="0688c8fde98ccd52" providerId="LiveId" clId="{AEAA3729-73ED-4F93-A74A-313AABC50EC1}" dt="2025-11-22T03:14:00.102" v="555" actId="478"/>
          <ac:picMkLst>
            <pc:docMk/>
            <pc:sldMk cId="1084837918" sldId="322"/>
            <ac:picMk id="6" creationId="{E717AF5F-FF24-8C1B-5BA2-438174AA21FC}"/>
          </ac:picMkLst>
        </pc:picChg>
      </pc:sldChg>
      <pc:sldChg chg="modSp mod">
        <pc:chgData name="Palchuri Sri Sai Aaslesh" userId="0688c8fde98ccd52" providerId="LiveId" clId="{AEAA3729-73ED-4F93-A74A-313AABC50EC1}" dt="2025-11-22T03:37:14.723" v="741" actId="27636"/>
        <pc:sldMkLst>
          <pc:docMk/>
          <pc:sldMk cId="701970954" sldId="324"/>
        </pc:sldMkLst>
        <pc:spChg chg="mod">
          <ac:chgData name="Palchuri Sri Sai Aaslesh" userId="0688c8fde98ccd52" providerId="LiveId" clId="{AEAA3729-73ED-4F93-A74A-313AABC50EC1}" dt="2025-11-22T03:37:14.723" v="741" actId="27636"/>
          <ac:spMkLst>
            <pc:docMk/>
            <pc:sldMk cId="701970954" sldId="324"/>
            <ac:spMk id="5" creationId="{00000000-0000-0000-0000-000000000000}"/>
          </ac:spMkLst>
        </pc:spChg>
      </pc:sldChg>
      <pc:sldChg chg="del">
        <pc:chgData name="Palchuri Sri Sai Aaslesh" userId="0688c8fde98ccd52" providerId="LiveId" clId="{AEAA3729-73ED-4F93-A74A-313AABC50EC1}" dt="2025-11-22T03:13:54.244" v="554" actId="47"/>
        <pc:sldMkLst>
          <pc:docMk/>
          <pc:sldMk cId="2341425571" sldId="325"/>
        </pc:sldMkLst>
      </pc:sldChg>
      <pc:sldChg chg="del">
        <pc:chgData name="Palchuri Sri Sai Aaslesh" userId="0688c8fde98ccd52" providerId="LiveId" clId="{AEAA3729-73ED-4F93-A74A-313AABC50EC1}" dt="2025-11-22T02:35:29.193" v="344" actId="47"/>
        <pc:sldMkLst>
          <pc:docMk/>
          <pc:sldMk cId="2136772899" sldId="326"/>
        </pc:sldMkLst>
      </pc:sldChg>
      <pc:sldChg chg="addSp delSp modSp mod">
        <pc:chgData name="Palchuri Sri Sai Aaslesh" userId="0688c8fde98ccd52" providerId="LiveId" clId="{AEAA3729-73ED-4F93-A74A-313AABC50EC1}" dt="2025-11-22T03:14:18.065" v="557" actId="113"/>
        <pc:sldMkLst>
          <pc:docMk/>
          <pc:sldMk cId="3876524207" sldId="327"/>
        </pc:sldMkLst>
        <pc:spChg chg="mod">
          <ac:chgData name="Palchuri Sri Sai Aaslesh" userId="0688c8fde98ccd52" providerId="LiveId" clId="{AEAA3729-73ED-4F93-A74A-313AABC50EC1}" dt="2025-11-22T03:14:18.065" v="557" actId="113"/>
          <ac:spMkLst>
            <pc:docMk/>
            <pc:sldMk cId="3876524207" sldId="327"/>
            <ac:spMk id="2" creationId="{C8E43E31-55DF-6768-31B0-40B1E1133874}"/>
          </ac:spMkLst>
        </pc:spChg>
        <pc:spChg chg="add mod">
          <ac:chgData name="Palchuri Sri Sai Aaslesh" userId="0688c8fde98ccd52" providerId="LiveId" clId="{AEAA3729-73ED-4F93-A74A-313AABC50EC1}" dt="2025-11-22T03:06:45.519" v="511" actId="5793"/>
          <ac:spMkLst>
            <pc:docMk/>
            <pc:sldMk cId="3876524207" sldId="327"/>
            <ac:spMk id="5" creationId="{213C7A5E-A8FD-7972-55D6-2BB1E8AF29C7}"/>
          </ac:spMkLst>
        </pc:spChg>
        <pc:picChg chg="del">
          <ac:chgData name="Palchuri Sri Sai Aaslesh" userId="0688c8fde98ccd52" providerId="LiveId" clId="{AEAA3729-73ED-4F93-A74A-313AABC50EC1}" dt="2025-11-22T03:06:30.413" v="508" actId="478"/>
          <ac:picMkLst>
            <pc:docMk/>
            <pc:sldMk cId="3876524207" sldId="327"/>
            <ac:picMk id="6" creationId="{0A321ED1-EDBA-AF73-EB3D-7E3B09008629}"/>
          </ac:picMkLst>
        </pc:picChg>
      </pc:sldChg>
      <pc:sldChg chg="modSp mod">
        <pc:chgData name="Palchuri Sri Sai Aaslesh" userId="0688c8fde98ccd52" providerId="LiveId" clId="{AEAA3729-73ED-4F93-A74A-313AABC50EC1}" dt="2025-11-22T03:12:42.518" v="553" actId="113"/>
        <pc:sldMkLst>
          <pc:docMk/>
          <pc:sldMk cId="3941238159" sldId="328"/>
        </pc:sldMkLst>
        <pc:spChg chg="mod">
          <ac:chgData name="Palchuri Sri Sai Aaslesh" userId="0688c8fde98ccd52" providerId="LiveId" clId="{AEAA3729-73ED-4F93-A74A-313AABC50EC1}" dt="2025-11-22T03:10:20.022" v="524" actId="20577"/>
          <ac:spMkLst>
            <pc:docMk/>
            <pc:sldMk cId="3941238159" sldId="328"/>
            <ac:spMk id="2" creationId="{FF8DBE65-5B7F-BDB9-DDB3-091EAE076C10}"/>
          </ac:spMkLst>
        </pc:spChg>
        <pc:spChg chg="mod">
          <ac:chgData name="Palchuri Sri Sai Aaslesh" userId="0688c8fde98ccd52" providerId="LiveId" clId="{AEAA3729-73ED-4F93-A74A-313AABC50EC1}" dt="2025-11-22T03:12:42.518" v="553" actId="113"/>
          <ac:spMkLst>
            <pc:docMk/>
            <pc:sldMk cId="3941238159" sldId="328"/>
            <ac:spMk id="3" creationId="{195C3C15-55FF-44BA-AEB7-4173207289D3}"/>
          </ac:spMkLst>
        </pc:spChg>
      </pc:sldChg>
      <pc:sldChg chg="addSp delSp modSp mod">
        <pc:chgData name="Palchuri Sri Sai Aaslesh" userId="0688c8fde98ccd52" providerId="LiveId" clId="{AEAA3729-73ED-4F93-A74A-313AABC50EC1}" dt="2025-11-22T02:39:38.582" v="445" actId="14100"/>
        <pc:sldMkLst>
          <pc:docMk/>
          <pc:sldMk cId="1936629151" sldId="329"/>
        </pc:sldMkLst>
        <pc:spChg chg="add del mod">
          <ac:chgData name="Palchuri Sri Sai Aaslesh" userId="0688c8fde98ccd52" providerId="LiveId" clId="{AEAA3729-73ED-4F93-A74A-313AABC50EC1}" dt="2025-11-22T02:38:41.930" v="403" actId="22"/>
          <ac:spMkLst>
            <pc:docMk/>
            <pc:sldMk cId="1936629151" sldId="329"/>
            <ac:spMk id="3" creationId="{CBB68CC6-96D2-999C-65A7-11C784703B17}"/>
          </ac:spMkLst>
        </pc:spChg>
        <pc:spChg chg="mod">
          <ac:chgData name="Palchuri Sri Sai Aaslesh" userId="0688c8fde98ccd52" providerId="LiveId" clId="{AEAA3729-73ED-4F93-A74A-313AABC50EC1}" dt="2025-11-22T02:39:38.582" v="445" actId="14100"/>
          <ac:spMkLst>
            <pc:docMk/>
            <pc:sldMk cId="1936629151" sldId="329"/>
            <ac:spMk id="7" creationId="{00000000-0000-0000-0000-000000000000}"/>
          </ac:spMkLst>
        </pc:spChg>
        <pc:spChg chg="del">
          <ac:chgData name="Palchuri Sri Sai Aaslesh" userId="0688c8fde98ccd52" providerId="LiveId" clId="{AEAA3729-73ED-4F93-A74A-313AABC50EC1}" dt="2025-11-22T02:38:33.544" v="386" actId="478"/>
          <ac:spMkLst>
            <pc:docMk/>
            <pc:sldMk cId="1936629151" sldId="329"/>
            <ac:spMk id="8" creationId="{00000000-0000-0000-0000-000000000000}"/>
          </ac:spMkLst>
        </pc:spChg>
        <pc:picChg chg="add mod ord">
          <ac:chgData name="Palchuri Sri Sai Aaslesh" userId="0688c8fde98ccd52" providerId="LiveId" clId="{AEAA3729-73ED-4F93-A74A-313AABC50EC1}" dt="2025-11-22T02:38:46.811" v="404" actId="1076"/>
          <ac:picMkLst>
            <pc:docMk/>
            <pc:sldMk cId="1936629151" sldId="329"/>
            <ac:picMk id="6" creationId="{AEB41817-3D41-FFF2-FA3F-6758EE5C8F08}"/>
          </ac:picMkLst>
        </pc:picChg>
      </pc:sldChg>
      <pc:sldChg chg="addSp delSp modSp del mod">
        <pc:chgData name="Palchuri Sri Sai Aaslesh" userId="0688c8fde98ccd52" providerId="LiveId" clId="{AEAA3729-73ED-4F93-A74A-313AABC50EC1}" dt="2025-11-22T03:22:23.025" v="620" actId="47"/>
        <pc:sldMkLst>
          <pc:docMk/>
          <pc:sldMk cId="3230359411" sldId="330"/>
        </pc:sldMkLst>
        <pc:spChg chg="add mod">
          <ac:chgData name="Palchuri Sri Sai Aaslesh" userId="0688c8fde98ccd52" providerId="LiveId" clId="{AEAA3729-73ED-4F93-A74A-313AABC50EC1}" dt="2025-11-22T03:20:44.138" v="604" actId="478"/>
          <ac:spMkLst>
            <pc:docMk/>
            <pc:sldMk cId="3230359411" sldId="330"/>
            <ac:spMk id="3" creationId="{9A9F4F3E-6D74-89A6-1EEB-A1340E1E0E12}"/>
          </ac:spMkLst>
        </pc:spChg>
        <pc:picChg chg="del">
          <ac:chgData name="Palchuri Sri Sai Aaslesh" userId="0688c8fde98ccd52" providerId="LiveId" clId="{AEAA3729-73ED-4F93-A74A-313AABC50EC1}" dt="2025-11-22T03:20:44.138" v="604" actId="478"/>
          <ac:picMkLst>
            <pc:docMk/>
            <pc:sldMk cId="3230359411" sldId="330"/>
            <ac:picMk id="6" creationId="{7F0A401F-36AF-A3FE-BF76-BAE1E03792F0}"/>
          </ac:picMkLst>
        </pc:picChg>
      </pc:sldChg>
      <pc:sldChg chg="modSp mod">
        <pc:chgData name="Palchuri Sri Sai Aaslesh" userId="0688c8fde98ccd52" providerId="LiveId" clId="{AEAA3729-73ED-4F93-A74A-313AABC50EC1}" dt="2025-11-22T03:25:19.475" v="641" actId="113"/>
        <pc:sldMkLst>
          <pc:docMk/>
          <pc:sldMk cId="4225572426" sldId="331"/>
        </pc:sldMkLst>
        <pc:spChg chg="mod">
          <ac:chgData name="Palchuri Sri Sai Aaslesh" userId="0688c8fde98ccd52" providerId="LiveId" clId="{AEAA3729-73ED-4F93-A74A-313AABC50EC1}" dt="2025-11-22T03:25:19.475" v="641" actId="113"/>
          <ac:spMkLst>
            <pc:docMk/>
            <pc:sldMk cId="4225572426" sldId="331"/>
            <ac:spMk id="2" creationId="{5E6C0771-B6B3-1822-7449-EDBB8F0AD0D1}"/>
          </ac:spMkLst>
        </pc:spChg>
        <pc:spChg chg="mod">
          <ac:chgData name="Palchuri Sri Sai Aaslesh" userId="0688c8fde98ccd52" providerId="LiveId" clId="{AEAA3729-73ED-4F93-A74A-313AABC50EC1}" dt="2025-11-22T02:35:16.143" v="342" actId="5793"/>
          <ac:spMkLst>
            <pc:docMk/>
            <pc:sldMk cId="4225572426" sldId="331"/>
            <ac:spMk id="3" creationId="{7FBE6403-1E15-AF35-2DDF-912A9853FC0D}"/>
          </ac:spMkLst>
        </pc:spChg>
      </pc:sldChg>
      <pc:sldChg chg="modSp mod">
        <pc:chgData name="Palchuri Sri Sai Aaslesh" userId="0688c8fde98ccd52" providerId="LiveId" clId="{AEAA3729-73ED-4F93-A74A-313AABC50EC1}" dt="2025-11-22T03:23:01.722" v="639" actId="5793"/>
        <pc:sldMkLst>
          <pc:docMk/>
          <pc:sldMk cId="2524712212" sldId="332"/>
        </pc:sldMkLst>
        <pc:spChg chg="mod">
          <ac:chgData name="Palchuri Sri Sai Aaslesh" userId="0688c8fde98ccd52" providerId="LiveId" clId="{AEAA3729-73ED-4F93-A74A-313AABC50EC1}" dt="2025-11-22T03:23:01.722" v="639" actId="5793"/>
          <ac:spMkLst>
            <pc:docMk/>
            <pc:sldMk cId="2524712212" sldId="332"/>
            <ac:spMk id="3" creationId="{7EE7A8A2-5BD9-9E63-1108-02533C9B93FA}"/>
          </ac:spMkLst>
        </pc:spChg>
      </pc:sldChg>
      <pc:sldChg chg="modSp new mod">
        <pc:chgData name="Palchuri Sri Sai Aaslesh" userId="0688c8fde98ccd52" providerId="LiveId" clId="{AEAA3729-73ED-4F93-A74A-313AABC50EC1}" dt="2025-11-22T03:25:24.673" v="643" actId="113"/>
        <pc:sldMkLst>
          <pc:docMk/>
          <pc:sldMk cId="241288631" sldId="333"/>
        </pc:sldMkLst>
        <pc:spChg chg="mod">
          <ac:chgData name="Palchuri Sri Sai Aaslesh" userId="0688c8fde98ccd52" providerId="LiveId" clId="{AEAA3729-73ED-4F93-A74A-313AABC50EC1}" dt="2025-11-22T03:25:24.673" v="643" actId="113"/>
          <ac:spMkLst>
            <pc:docMk/>
            <pc:sldMk cId="241288631" sldId="333"/>
            <ac:spMk id="2" creationId="{D8E7C6C5-E18E-165D-B35A-B0C146F79674}"/>
          </ac:spMkLst>
        </pc:spChg>
        <pc:spChg chg="mod">
          <ac:chgData name="Palchuri Sri Sai Aaslesh" userId="0688c8fde98ccd52" providerId="LiveId" clId="{AEAA3729-73ED-4F93-A74A-313AABC50EC1}" dt="2025-11-22T02:34:10.448" v="333" actId="20577"/>
          <ac:spMkLst>
            <pc:docMk/>
            <pc:sldMk cId="241288631" sldId="333"/>
            <ac:spMk id="3" creationId="{5352EA18-2A2F-6ED1-1D32-57B6256AABDE}"/>
          </ac:spMkLst>
        </pc:spChg>
      </pc:sldChg>
      <pc:sldChg chg="modSp add mod">
        <pc:chgData name="Palchuri Sri Sai Aaslesh" userId="0688c8fde98ccd52" providerId="LiveId" clId="{AEAA3729-73ED-4F93-A74A-313AABC50EC1}" dt="2025-11-22T03:14:46.402" v="559" actId="113"/>
        <pc:sldMkLst>
          <pc:docMk/>
          <pc:sldMk cId="1095196292" sldId="334"/>
        </pc:sldMkLst>
        <pc:spChg chg="mod">
          <ac:chgData name="Palchuri Sri Sai Aaslesh" userId="0688c8fde98ccd52" providerId="LiveId" clId="{AEAA3729-73ED-4F93-A74A-313AABC50EC1}" dt="2025-11-22T03:14:46.402" v="559" actId="113"/>
          <ac:spMkLst>
            <pc:docMk/>
            <pc:sldMk cId="1095196292" sldId="334"/>
            <ac:spMk id="2" creationId="{F9C1552F-F4D4-9A2E-5160-46C497BA28E3}"/>
          </ac:spMkLst>
        </pc:spChg>
        <pc:spChg chg="mod">
          <ac:chgData name="Palchuri Sri Sai Aaslesh" userId="0688c8fde98ccd52" providerId="LiveId" clId="{AEAA3729-73ED-4F93-A74A-313AABC50EC1}" dt="2025-11-22T02:36:17.139" v="361" actId="113"/>
          <ac:spMkLst>
            <pc:docMk/>
            <pc:sldMk cId="1095196292" sldId="334"/>
            <ac:spMk id="3" creationId="{6078FA2D-9679-1C4F-2C6C-CAAA847D8307}"/>
          </ac:spMkLst>
        </pc:spChg>
      </pc:sldChg>
      <pc:sldChg chg="add del">
        <pc:chgData name="Palchuri Sri Sai Aaslesh" userId="0688c8fde98ccd52" providerId="LiveId" clId="{AEAA3729-73ED-4F93-A74A-313AABC50EC1}" dt="2025-11-22T02:36:49.792" v="363" actId="2890"/>
        <pc:sldMkLst>
          <pc:docMk/>
          <pc:sldMk cId="129442068" sldId="335"/>
        </pc:sldMkLst>
      </pc:sldChg>
      <pc:sldChg chg="modSp add mod">
        <pc:chgData name="Palchuri Sri Sai Aaslesh" userId="0688c8fde98ccd52" providerId="LiveId" clId="{AEAA3729-73ED-4F93-A74A-313AABC50EC1}" dt="2025-11-22T03:25:13.434" v="640" actId="113"/>
        <pc:sldMkLst>
          <pc:docMk/>
          <pc:sldMk cId="3405144170" sldId="335"/>
        </pc:sldMkLst>
        <pc:spChg chg="mod">
          <ac:chgData name="Palchuri Sri Sai Aaslesh" userId="0688c8fde98ccd52" providerId="LiveId" clId="{AEAA3729-73ED-4F93-A74A-313AABC50EC1}" dt="2025-11-22T03:25:13.434" v="640" actId="113"/>
          <ac:spMkLst>
            <pc:docMk/>
            <pc:sldMk cId="3405144170" sldId="335"/>
            <ac:spMk id="2" creationId="{843A2B08-6DC4-1D52-10F5-3355E39E5059}"/>
          </ac:spMkLst>
        </pc:spChg>
        <pc:spChg chg="mod">
          <ac:chgData name="Palchuri Sri Sai Aaslesh" userId="0688c8fde98ccd52" providerId="LiveId" clId="{AEAA3729-73ED-4F93-A74A-313AABC50EC1}" dt="2025-11-22T02:37:53.395" v="385" actId="113"/>
          <ac:spMkLst>
            <pc:docMk/>
            <pc:sldMk cId="3405144170" sldId="335"/>
            <ac:spMk id="3" creationId="{D9BB130F-7C52-9E11-2307-4FCC95A5B432}"/>
          </ac:spMkLst>
        </pc:spChg>
      </pc:sldChg>
      <pc:sldChg chg="modSp add mod">
        <pc:chgData name="Palchuri Sri Sai Aaslesh" userId="0688c8fde98ccd52" providerId="LiveId" clId="{AEAA3729-73ED-4F93-A74A-313AABC50EC1}" dt="2025-11-22T03:20:13.288" v="603" actId="20577"/>
        <pc:sldMkLst>
          <pc:docMk/>
          <pc:sldMk cId="979616532" sldId="336"/>
        </pc:sldMkLst>
        <pc:spChg chg="mod">
          <ac:chgData name="Palchuri Sri Sai Aaslesh" userId="0688c8fde98ccd52" providerId="LiveId" clId="{AEAA3729-73ED-4F93-A74A-313AABC50EC1}" dt="2025-11-22T03:16:26.451" v="578" actId="20577"/>
          <ac:spMkLst>
            <pc:docMk/>
            <pc:sldMk cId="979616532" sldId="336"/>
            <ac:spMk id="2" creationId="{59FA4ECD-CEE1-64AD-4464-D30120994862}"/>
          </ac:spMkLst>
        </pc:spChg>
        <pc:spChg chg="mod">
          <ac:chgData name="Palchuri Sri Sai Aaslesh" userId="0688c8fde98ccd52" providerId="LiveId" clId="{AEAA3729-73ED-4F93-A74A-313AABC50EC1}" dt="2025-11-22T03:20:13.288" v="603" actId="20577"/>
          <ac:spMkLst>
            <pc:docMk/>
            <pc:sldMk cId="979616532" sldId="336"/>
            <ac:spMk id="3" creationId="{3C63AA94-3497-CC79-D6AC-F779A1A561B6}"/>
          </ac:spMkLst>
        </pc:spChg>
      </pc:sldChg>
      <pc:sldChg chg="add del">
        <pc:chgData name="Palchuri Sri Sai Aaslesh" userId="0688c8fde98ccd52" providerId="LiveId" clId="{AEAA3729-73ED-4F93-A74A-313AABC50EC1}" dt="2025-11-22T03:15:40.804" v="563" actId="47"/>
        <pc:sldMkLst>
          <pc:docMk/>
          <pc:sldMk cId="3002985486" sldId="336"/>
        </pc:sldMkLst>
      </pc:sldChg>
      <pc:sldChg chg="modSp add mod">
        <pc:chgData name="Palchuri Sri Sai Aaslesh" userId="0688c8fde98ccd52" providerId="LiveId" clId="{AEAA3729-73ED-4F93-A74A-313AABC50EC1}" dt="2025-11-22T03:22:05.724" v="619" actId="113"/>
        <pc:sldMkLst>
          <pc:docMk/>
          <pc:sldMk cId="2491197072" sldId="337"/>
        </pc:sldMkLst>
        <pc:spChg chg="mod">
          <ac:chgData name="Palchuri Sri Sai Aaslesh" userId="0688c8fde98ccd52" providerId="LiveId" clId="{AEAA3729-73ED-4F93-A74A-313AABC50EC1}" dt="2025-11-22T03:22:05.724" v="619" actId="113"/>
          <ac:spMkLst>
            <pc:docMk/>
            <pc:sldMk cId="2491197072" sldId="337"/>
            <ac:spMk id="2" creationId="{840A197E-7B41-A84F-58DF-511F93072F8E}"/>
          </ac:spMkLst>
        </pc:spChg>
        <pc:spChg chg="mod">
          <ac:chgData name="Palchuri Sri Sai Aaslesh" userId="0688c8fde98ccd52" providerId="LiveId" clId="{AEAA3729-73ED-4F93-A74A-313AABC50EC1}" dt="2025-11-22T03:22:03.273" v="618" actId="5793"/>
          <ac:spMkLst>
            <pc:docMk/>
            <pc:sldMk cId="2491197072" sldId="337"/>
            <ac:spMk id="3" creationId="{475C6DB6-3F36-FF6B-39A9-1CBEF8A4ADE5}"/>
          </ac:spMkLst>
        </pc:spChg>
      </pc:sldChg>
      <pc:sldChg chg="modSp add mod">
        <pc:chgData name="Palchuri Sri Sai Aaslesh" userId="0688c8fde98ccd52" providerId="LiveId" clId="{AEAA3729-73ED-4F93-A74A-313AABC50EC1}" dt="2025-11-22T03:25:52.069" v="645" actId="6549"/>
        <pc:sldMkLst>
          <pc:docMk/>
          <pc:sldMk cId="2301503047" sldId="338"/>
        </pc:sldMkLst>
        <pc:spChg chg="mod">
          <ac:chgData name="Palchuri Sri Sai Aaslesh" userId="0688c8fde98ccd52" providerId="LiveId" clId="{AEAA3729-73ED-4F93-A74A-313AABC50EC1}" dt="2025-11-22T03:25:52.069" v="645" actId="6549"/>
          <ac:spMkLst>
            <pc:docMk/>
            <pc:sldMk cId="2301503047" sldId="338"/>
            <ac:spMk id="3" creationId="{08A4474D-4400-A951-696A-721AFE3EA82A}"/>
          </ac:spMkLst>
        </pc:spChg>
      </pc:sldChg>
      <pc:sldChg chg="modSp add mod">
        <pc:chgData name="Palchuri Sri Sai Aaslesh" userId="0688c8fde98ccd52" providerId="LiveId" clId="{AEAA3729-73ED-4F93-A74A-313AABC50EC1}" dt="2025-11-22T03:27:10.923" v="693" actId="113"/>
        <pc:sldMkLst>
          <pc:docMk/>
          <pc:sldMk cId="2679879511" sldId="339"/>
        </pc:sldMkLst>
        <pc:spChg chg="mod">
          <ac:chgData name="Palchuri Sri Sai Aaslesh" userId="0688c8fde98ccd52" providerId="LiveId" clId="{AEAA3729-73ED-4F93-A74A-313AABC50EC1}" dt="2025-11-22T03:26:25.439" v="650" actId="20577"/>
          <ac:spMkLst>
            <pc:docMk/>
            <pc:sldMk cId="2679879511" sldId="339"/>
            <ac:spMk id="2" creationId="{11B5248A-274B-5D80-F4D1-A472A2E3D4C4}"/>
          </ac:spMkLst>
        </pc:spChg>
        <pc:spChg chg="mod">
          <ac:chgData name="Palchuri Sri Sai Aaslesh" userId="0688c8fde98ccd52" providerId="LiveId" clId="{AEAA3729-73ED-4F93-A74A-313AABC50EC1}" dt="2025-11-22T03:27:10.923" v="693" actId="113"/>
          <ac:spMkLst>
            <pc:docMk/>
            <pc:sldMk cId="2679879511" sldId="339"/>
            <ac:spMk id="3" creationId="{FF94D6C3-853F-C111-5D04-890EDCD48AD1}"/>
          </ac:spMkLst>
        </pc:spChg>
      </pc:sldChg>
      <pc:sldChg chg="modSp add mod">
        <pc:chgData name="Palchuri Sri Sai Aaslesh" userId="0688c8fde98ccd52" providerId="LiveId" clId="{AEAA3729-73ED-4F93-A74A-313AABC50EC1}" dt="2025-11-22T03:29:44.672" v="728" actId="6549"/>
        <pc:sldMkLst>
          <pc:docMk/>
          <pc:sldMk cId="122995600" sldId="340"/>
        </pc:sldMkLst>
        <pc:spChg chg="mod">
          <ac:chgData name="Palchuri Sri Sai Aaslesh" userId="0688c8fde98ccd52" providerId="LiveId" clId="{AEAA3729-73ED-4F93-A74A-313AABC50EC1}" dt="2025-11-22T03:28:32.929" v="708" actId="20577"/>
          <ac:spMkLst>
            <pc:docMk/>
            <pc:sldMk cId="122995600" sldId="340"/>
            <ac:spMk id="2" creationId="{C105AF86-6755-FEAA-6483-B31DAC695B31}"/>
          </ac:spMkLst>
        </pc:spChg>
        <pc:spChg chg="mod">
          <ac:chgData name="Palchuri Sri Sai Aaslesh" userId="0688c8fde98ccd52" providerId="LiveId" clId="{AEAA3729-73ED-4F93-A74A-313AABC50EC1}" dt="2025-11-22T03:29:44.672" v="728" actId="6549"/>
          <ac:spMkLst>
            <pc:docMk/>
            <pc:sldMk cId="122995600" sldId="340"/>
            <ac:spMk id="3" creationId="{395660F9-228F-8DD0-2D9F-B4A78436A6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FC4A6-2233-41AB-8127-C574819A5260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88229-8701-402C-9EFE-92AF1B162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07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3929-88CC-4868-BDA1-59A64D43E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DD6DB-1BB2-4E16-B0BB-E8BA2BDF6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AAA9F-B17D-4248-B8EB-71AC9B01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84CC-09F3-4E2A-95B7-B65ACAD094AB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E4DB2-5340-4576-BCE1-5BA586B91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9BF86-13B9-4063-95F2-A447FD8F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63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DC55-17C7-4615-9218-FEA6C38F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6033-9AEC-4DF1-8046-55049D40C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7086-09CC-4BBE-8A58-380366BA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7BB36-3D62-4470-A97F-B676A5EA1684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1496C-4165-4039-BF78-B97DBB45D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23ECE-0D9F-4ACC-BE4A-8CECB4C2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20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D4B34-3710-42BD-B15F-29029DE5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60566-4132-4228-A009-90DECD849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7AE5F-FB3D-4742-AE94-C679CACFF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40B3-AC35-4E45-9A9A-E84AA48B06BB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6C9F7-1EC6-4794-BDB8-448CC751A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2E5C9-B3A4-4B3E-A5F8-4D85104B0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CBF63-613C-4E8E-B1A0-D710C5F2734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F8106-F7B3-4DBF-8958-3A64985661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349932" y="217820"/>
            <a:ext cx="1623486" cy="74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ICONCS52652.2021.9468675" TargetMode="External"/><Relationship Id="rId2" Type="http://schemas.openxmlformats.org/officeDocument/2006/relationships/hyperlink" Target="https://doi.org/10.1002/ett.415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heckpoint.com/cyberhub/threatprevention/whatiscyberattack/" TargetMode="External"/><Relationship Id="rId5" Type="http://schemas.openxmlformats.org/officeDocument/2006/relationships/hyperlink" Target="https://doi.org/10.1613/jair.953" TargetMode="External"/><Relationship Id="rId4" Type="http://schemas.openxmlformats.org/officeDocument/2006/relationships/hyperlink" Target="https://doi.org/10.1109/COMST.2015.249450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8C8D-DBE3-4D7B-B00C-C31FD9BFD9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Network Intrusion Detection Systems (NIDS)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13273-9DA4-4FF0-9144-1C123297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3FACACF-7282-9E8B-752B-2442A04BE49E}"/>
              </a:ext>
            </a:extLst>
          </p:cNvPr>
          <p:cNvSpPr txBox="1">
            <a:spLocks/>
          </p:cNvSpPr>
          <p:nvPr/>
        </p:nvSpPr>
        <p:spPr>
          <a:xfrm>
            <a:off x="1653540" y="348900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DTSC 5082 Section 401 - Seminar in Research and Research Methodology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 Sai Aaslesh Palchuri, Chaitanya Narra, Subash </a:t>
            </a:r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Ponugoti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Anuradha and Vikas Sinha Department of Data Science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959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F5B2-8491-E0C4-38AC-C6F8DAB7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56180"/>
          </a:xfrm>
        </p:spPr>
        <p:txBody>
          <a:bodyPr>
            <a:normAutofit/>
          </a:bodyPr>
          <a:lstStyle/>
          <a:p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DEA87-7D60-110C-13E3-CABCB8815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Critical defense mechanisms for modern network infrastructure</a:t>
            </a:r>
          </a:p>
          <a:p>
            <a:pPr>
              <a:lnSpc>
                <a:spcPct val="100000"/>
              </a:lnSpc>
            </a:pPr>
            <a:r>
              <a:rPr lang="en-US" dirty="0"/>
              <a:t>Monitor network traffic for malicious activities and policy violations</a:t>
            </a:r>
          </a:p>
          <a:p>
            <a:pPr>
              <a:lnSpc>
                <a:spcPct val="100000"/>
              </a:lnSpc>
            </a:pPr>
            <a:r>
              <a:rPr lang="en-US" dirty="0"/>
              <a:t>Essential for protecting against cyber threats and data breaches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The Challenge:</a:t>
            </a:r>
          </a:p>
          <a:p>
            <a:pPr>
              <a:lnSpc>
                <a:spcPct val="100000"/>
              </a:lnSpc>
            </a:pPr>
            <a:r>
              <a:rPr lang="en-US" dirty="0"/>
              <a:t>Balance high detection accuracy with real-time performance</a:t>
            </a:r>
          </a:p>
          <a:p>
            <a:pPr>
              <a:lnSpc>
                <a:spcPct val="100000"/>
              </a:lnSpc>
            </a:pPr>
            <a:r>
              <a:rPr lang="en-US" dirty="0"/>
              <a:t>Consumer hardware constraints: ≤4GB RAM, ≤10ms inference time</a:t>
            </a:r>
          </a:p>
          <a:p>
            <a:pPr>
              <a:lnSpc>
                <a:spcPct val="100000"/>
              </a:lnSpc>
            </a:pPr>
            <a:r>
              <a:rPr lang="en-US" dirty="0"/>
              <a:t>Traditional ML vs lightweight deep learning approaches</a:t>
            </a:r>
          </a:p>
          <a:p>
            <a:pPr>
              <a:lnSpc>
                <a:spcPct val="100000"/>
              </a:lnSpc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EF50B-EE18-EEE1-59FA-2CC2565C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1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AEEE-2670-E52C-38CF-5C03A782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48A-274B-5D80-F4D1-A472A2E3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56180"/>
          </a:xfrm>
        </p:spPr>
        <p:txBody>
          <a:bodyPr>
            <a:normAutofit/>
          </a:bodyPr>
          <a:lstStyle/>
          <a:p>
            <a:r>
              <a:rPr lang="en-US" b="1" dirty="0"/>
              <a:t>Background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4D6C3-853F-C111-5D04-890EDCD48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2023 cybersecurity Landscape</a:t>
            </a:r>
          </a:p>
          <a:p>
            <a:r>
              <a:rPr lang="en-US" dirty="0"/>
              <a:t>Organizations face weekly attacks:1,000+ </a:t>
            </a:r>
          </a:p>
          <a:p>
            <a:r>
              <a:rPr lang="en-US" dirty="0"/>
              <a:t>Global average cost per breach:$4.45M </a:t>
            </a:r>
          </a:p>
          <a:p>
            <a:r>
              <a:rPr lang="en-US" dirty="0"/>
              <a:t>Average detection time:277 days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9E132-2111-9B59-B00D-0CDAA181F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7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8BF8-83E2-B2A4-2068-DF5A7CC02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81113"/>
          </a:xfrm>
        </p:spPr>
        <p:txBody>
          <a:bodyPr/>
          <a:lstStyle/>
          <a:p>
            <a:r>
              <a:rPr lang="en-US" b="1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C1F33-7B7E-9D90-EF13-666DE0999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632"/>
            <a:ext cx="10515600" cy="4793331"/>
          </a:xfrm>
        </p:spPr>
        <p:txBody>
          <a:bodyPr/>
          <a:lstStyle/>
          <a:p>
            <a:pPr>
              <a:buNone/>
            </a:pPr>
            <a:r>
              <a:rPr lang="en-US" dirty="0"/>
              <a:t>Develop lightweight ML models for real-time intrusion detection</a:t>
            </a:r>
          </a:p>
          <a:p>
            <a:pPr>
              <a:buNone/>
            </a:pPr>
            <a:r>
              <a:rPr lang="en-US" dirty="0"/>
              <a:t>Achieve &gt;90% accuracy while meeting hardware constraints</a:t>
            </a:r>
          </a:p>
          <a:p>
            <a:pPr>
              <a:buNone/>
            </a:pPr>
            <a:r>
              <a:rPr lang="en-US" dirty="0"/>
              <a:t>Compare traditional ML vs CNN approaches</a:t>
            </a:r>
          </a:p>
          <a:p>
            <a:pPr>
              <a:buNone/>
            </a:pPr>
            <a:r>
              <a:rPr lang="en-US" b="1" dirty="0"/>
              <a:t>Core Research Question</a:t>
            </a:r>
          </a:p>
          <a:p>
            <a:pPr>
              <a:buNone/>
            </a:pPr>
            <a:r>
              <a:rPr lang="en-US" dirty="0"/>
              <a:t>"What is the most effective lightweight CNN architecture for binary network intrusion detection on the CICIDS2017</a:t>
            </a:r>
          </a:p>
          <a:p>
            <a:pPr>
              <a:buNone/>
            </a:pPr>
            <a:r>
              <a:rPr lang="en-US" dirty="0"/>
              <a:t>dataset that can achieve high accuracy (&gt;90%) while staying within practical hardware limits (≤4GB memory and</a:t>
            </a:r>
          </a:p>
          <a:p>
            <a:pPr>
              <a:buNone/>
            </a:pPr>
            <a:r>
              <a:rPr lang="en-US" dirty="0"/>
              <a:t>≤10ms inference time)?"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E182-E09F-C7DA-E140-4ABF72CC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E5D7-A0E4-84D3-9C0D-8A5E809D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72D07-CEEF-B145-1C62-79419A216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Compare CNN against strong lightweight baselines</a:t>
            </a:r>
          </a:p>
          <a:p>
            <a:r>
              <a:rPr lang="en-US" dirty="0"/>
              <a:t>Evaluate accuracy, F1, AUC-ROC, latency, memory</a:t>
            </a:r>
          </a:p>
          <a:p>
            <a:r>
              <a:rPr lang="en-US" dirty="0"/>
              <a:t>Determine best overall and trade-off optimal models</a:t>
            </a:r>
          </a:p>
          <a:p>
            <a:pPr marL="0" indent="0">
              <a:buNone/>
            </a:pPr>
            <a:r>
              <a:rPr lang="en-US" b="1" dirty="0"/>
              <a:t>Performance Requirements </a:t>
            </a:r>
          </a:p>
          <a:p>
            <a:r>
              <a:rPr lang="en-US" dirty="0"/>
              <a:t>Accuracy Threshold≥90% </a:t>
            </a:r>
          </a:p>
          <a:p>
            <a:r>
              <a:rPr lang="en-US" dirty="0"/>
              <a:t>Memory Limits≤4GB</a:t>
            </a:r>
          </a:p>
          <a:p>
            <a:r>
              <a:rPr lang="en-US" dirty="0"/>
              <a:t>Inference Time≤10ms</a:t>
            </a:r>
          </a:p>
          <a:p>
            <a:pPr marL="0" indent="0">
              <a:buNone/>
            </a:pPr>
            <a:r>
              <a:rPr lang="en-US" b="1" dirty="0"/>
              <a:t>Expected Outcomes</a:t>
            </a:r>
          </a:p>
          <a:p>
            <a:r>
              <a:rPr lang="en-US" dirty="0"/>
              <a:t>Identify optimal lightweight architecture</a:t>
            </a:r>
          </a:p>
          <a:p>
            <a:r>
              <a:rPr lang="en-US" dirty="0"/>
              <a:t>Verify real-time performance feasibility</a:t>
            </a:r>
          </a:p>
          <a:p>
            <a:r>
              <a:rPr lang="en-US" dirty="0"/>
              <a:t>Provide deployment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08045-B6A1-01FE-2435-034EBA6DC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4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8BF8-83E2-B2A4-2068-DF5A7CC0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2023 Cybersecurity Landscape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C1F33-7B7E-9D90-EF13-666DE0999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face weekly attacks:1,000+ </a:t>
            </a:r>
          </a:p>
          <a:p>
            <a:r>
              <a:rPr lang="en-US" dirty="0"/>
              <a:t>Global average cost per breach:$4.45M </a:t>
            </a:r>
          </a:p>
          <a:p>
            <a:r>
              <a:rPr lang="en-US" dirty="0"/>
              <a:t>Average detection time:277 days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E182-E09F-C7DA-E140-4ABF72CC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07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579D0-ABB0-778B-5FFF-810C5F6A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8F92-750C-039D-32C0-E9DDA985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2023 Cybersecurity Landscape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4474D-4400-A951-696A-721AFE3EA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face weekly attacks:1,000+ </a:t>
            </a:r>
          </a:p>
          <a:p>
            <a:r>
              <a:rPr lang="en-US" dirty="0"/>
              <a:t>Global average </a:t>
            </a:r>
            <a:r>
              <a:rPr lang="en-US" dirty="0" err="1"/>
              <a:t>cst</a:t>
            </a:r>
            <a:r>
              <a:rPr lang="en-US" dirty="0"/>
              <a:t> per breach:$4.45M </a:t>
            </a:r>
          </a:p>
          <a:p>
            <a:r>
              <a:rPr lang="en-US" dirty="0"/>
              <a:t>Average detection time:277 days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CCC09-EF0C-3AB8-E987-73F54892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0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C6C5-E18E-165D-B35A-B0C146F79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60500"/>
          </a:xfrm>
        </p:spPr>
        <p:txBody>
          <a:bodyPr>
            <a:normAutofit/>
          </a:bodyPr>
          <a:lstStyle/>
          <a:p>
            <a:r>
              <a:rPr lang="en-US" b="1" dirty="0"/>
              <a:t>Needs Dataset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2EA18-2A2F-6ED1-1D32-57B6256AA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CICIDS2017 Dataset Details Total Samples:8,000 Network Flow Features:76 Class Distribution:85% Benign|15% Attack</a:t>
            </a:r>
          </a:p>
          <a:p>
            <a:pPr marL="0" indent="0">
              <a:buNone/>
            </a:pPr>
            <a:r>
              <a:rPr lang="en-US" b="1" dirty="0"/>
              <a:t>Preprocessing Pipeline</a:t>
            </a:r>
          </a:p>
          <a:p>
            <a:r>
              <a:rPr lang="en-US" dirty="0"/>
              <a:t>Feature scaling normalization</a:t>
            </a:r>
          </a:p>
          <a:p>
            <a:r>
              <a:rPr lang="en-US" dirty="0"/>
              <a:t>SMOTE oversampling for class imbalance Train/validation/test split (70/15/15)</a:t>
            </a:r>
          </a:p>
          <a:p>
            <a:r>
              <a:rPr lang="en-US" dirty="0"/>
              <a:t> Cross-validation for model selection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8C733-ED38-1C9E-E9E0-36861EE6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8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771-B6B3-1822-7449-EDBB8F0A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6403-1E15-AF35-2DDF-912A9853F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Performance Metrics</a:t>
            </a:r>
          </a:p>
          <a:p>
            <a:r>
              <a:rPr lang="en-US" dirty="0"/>
              <a:t>Accuracy, Precision, Recall</a:t>
            </a:r>
          </a:p>
          <a:p>
            <a:r>
              <a:rPr lang="en-US" dirty="0"/>
              <a:t>F1-Score, AUC-ROC</a:t>
            </a:r>
          </a:p>
          <a:p>
            <a:r>
              <a:rPr lang="en-US" dirty="0"/>
              <a:t>Inference Time (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r>
              <a:rPr lang="en-US" dirty="0"/>
              <a:t>Memory Usage (MB)</a:t>
            </a:r>
          </a:p>
          <a:p>
            <a:pPr marL="0" indent="0">
              <a:buNone/>
            </a:pPr>
            <a:r>
              <a:rPr lang="en-US" b="1" dirty="0"/>
              <a:t>Testing Approach</a:t>
            </a:r>
          </a:p>
          <a:p>
            <a:r>
              <a:rPr lang="en-US" dirty="0"/>
              <a:t>Hold-out test set evaluation</a:t>
            </a:r>
          </a:p>
          <a:p>
            <a:r>
              <a:rPr lang="en-US" dirty="0"/>
              <a:t>Wall-clock inference timing</a:t>
            </a:r>
          </a:p>
          <a:p>
            <a:r>
              <a:rPr lang="en-US" dirty="0"/>
              <a:t>Memory profiling</a:t>
            </a:r>
          </a:p>
          <a:p>
            <a:r>
              <a:rPr lang="en-US" dirty="0"/>
              <a:t>Statistical significance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88DA6-077F-C652-FCB3-23AC4DD9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72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D875-F6FA-9FAC-E526-EEDFDD92E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1552F-F4D4-9A2E-5160-46C497BA2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Models Evaluated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8FA2D-9679-1C4F-2C6C-CAAA847D8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Random Forest</a:t>
            </a:r>
          </a:p>
          <a:p>
            <a:pPr marL="0" indent="0">
              <a:buNone/>
            </a:pPr>
            <a:r>
              <a:rPr lang="en-US" dirty="0" err="1"/>
              <a:t>Type:Traditional</a:t>
            </a:r>
            <a:r>
              <a:rPr lang="en-US" dirty="0"/>
              <a:t> ML Estimators:50</a:t>
            </a:r>
          </a:p>
          <a:p>
            <a:pPr marL="0" indent="0">
              <a:buNone/>
            </a:pPr>
            <a:r>
              <a:rPr lang="en-US" dirty="0" err="1"/>
              <a:t>Approach:Ensemble</a:t>
            </a:r>
            <a:r>
              <a:rPr lang="en-US" dirty="0"/>
              <a:t> Method</a:t>
            </a:r>
          </a:p>
          <a:p>
            <a:pPr marL="0" indent="0">
              <a:buNone/>
            </a:pPr>
            <a:r>
              <a:rPr lang="en-US" dirty="0" err="1"/>
              <a:t>Strength:High</a:t>
            </a:r>
            <a:r>
              <a:rPr lang="en-US" dirty="0"/>
              <a:t> Accuracy</a:t>
            </a:r>
          </a:p>
          <a:p>
            <a:pPr marL="0" indent="0">
              <a:buNone/>
            </a:pPr>
            <a:r>
              <a:rPr lang="en-US" b="1" dirty="0"/>
              <a:t>Gradient Boosting</a:t>
            </a:r>
          </a:p>
          <a:p>
            <a:pPr marL="0" indent="0">
              <a:buNone/>
            </a:pPr>
            <a:r>
              <a:rPr lang="en-US" dirty="0" err="1"/>
              <a:t>Type:Traditional</a:t>
            </a:r>
            <a:r>
              <a:rPr lang="en-US" dirty="0"/>
              <a:t> ML Estimators:50 </a:t>
            </a:r>
            <a:r>
              <a:rPr lang="en-US" dirty="0" err="1"/>
              <a:t>Approach:Advanced</a:t>
            </a:r>
            <a:r>
              <a:rPr lang="en-US" dirty="0"/>
              <a:t> Boosting </a:t>
            </a:r>
            <a:r>
              <a:rPr lang="en-US" dirty="0" err="1"/>
              <a:t>Strength:Fast</a:t>
            </a:r>
            <a:r>
              <a:rPr lang="en-US" dirty="0"/>
              <a:t> Inference Lightweight CNN </a:t>
            </a:r>
            <a:r>
              <a:rPr lang="en-US" dirty="0" err="1"/>
              <a:t>Type:Neural</a:t>
            </a:r>
            <a:r>
              <a:rPr lang="en-US" dirty="0"/>
              <a:t> Network Units:64</a:t>
            </a:r>
          </a:p>
          <a:p>
            <a:pPr marL="0" indent="0">
              <a:buNone/>
            </a:pPr>
            <a:r>
              <a:rPr lang="en-US" dirty="0" err="1"/>
              <a:t>Approach:Shallow</a:t>
            </a:r>
            <a:r>
              <a:rPr lang="en-US" dirty="0"/>
              <a:t> Architecture</a:t>
            </a:r>
          </a:p>
          <a:p>
            <a:pPr marL="0" indent="0">
              <a:buNone/>
            </a:pPr>
            <a:r>
              <a:rPr lang="en-US" dirty="0" err="1"/>
              <a:t>Strength:Memory</a:t>
            </a:r>
            <a:r>
              <a:rPr lang="en-US" dirty="0"/>
              <a:t> 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E9DFD-3D5A-D3F0-A2C8-2BD14F71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96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01BA3-5FE9-4B9D-54BA-8458CFEF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2B08-6DC4-1D52-10F5-3355E39E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Selection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B130F-7C52-9E11-2307-4FCC95A5B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Random Forest: Proven ensemble method with high accuracy for cybersecurity tasks Gradient Boosting: Advanced boosting for optimal speed-accuracy balance Lightweight CNN: Compact neural network for minimal resource usage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66C32-CC80-4D1F-2D6C-132FE83E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44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5164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Performance Summary Table</a:t>
            </a:r>
            <a:br>
              <a:rPr lang="en-US" sz="3600" b="1" dirty="0"/>
            </a:br>
            <a:r>
              <a:rPr lang="en-US" sz="2700" dirty="0"/>
              <a:t>Comprehensive comparison of lightweight ML models for network intrusion detection</a:t>
            </a:r>
            <a:br>
              <a:rPr lang="en-US" sz="2700" dirty="0"/>
            </a:br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C4B48-912F-CF33-3B2D-F1E2DB41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B41817-3D41-FFF2-FA3F-6758EE5C8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5570"/>
            <a:ext cx="10394581" cy="27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29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CC70-E94D-443E-911C-FC4AEB22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2" descr="End-to-End Architecture for Real-Time Intrusion Detection">
            <a:extLst>
              <a:ext uri="{FF2B5EF4-FFF2-40B4-BE49-F238E27FC236}">
                <a16:creationId xmlns:a16="http://schemas.microsoft.com/office/drawing/2014/main" id="{BE918C87-A50A-067E-D0C3-9897FD502A0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10" y="2324390"/>
            <a:ext cx="11802979" cy="2209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802566-9CEB-A448-33A5-73D4A08B6E71}"/>
              </a:ext>
            </a:extLst>
          </p:cNvPr>
          <p:cNvSpPr txBox="1"/>
          <p:nvPr/>
        </p:nvSpPr>
        <p:spPr>
          <a:xfrm>
            <a:off x="3426993" y="4533609"/>
            <a:ext cx="5338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Architecture for Real-Time Intrusion Detection</a:t>
            </a:r>
          </a:p>
        </p:txBody>
      </p:sp>
    </p:spTree>
    <p:extLst>
      <p:ext uri="{BB962C8B-B14F-4D97-AF65-F5344CB8AC3E}">
        <p14:creationId xmlns:p14="http://schemas.microsoft.com/office/powerpoint/2010/main" val="2601148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3E31-55DF-6768-31B0-40B1E1133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Memory Efficient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3B6AB-2D35-6FEA-32D1-DEE58C42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3C7A5E-A8FD-7972-55D6-2BB1E8AF2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 and GB are most memory-efficient for deployment</a:t>
            </a:r>
          </a:p>
          <a:p>
            <a:r>
              <a:rPr lang="en-US" dirty="0"/>
              <a:t>RF uses moderate memory but still very small (&lt;10MB)</a:t>
            </a:r>
          </a:p>
          <a:p>
            <a:r>
              <a:rPr lang="en-US" dirty="0"/>
              <a:t>All models suitable for edge/consumer devices</a:t>
            </a:r>
          </a:p>
          <a:p>
            <a:r>
              <a:rPr lang="en-US" dirty="0"/>
              <a:t>Memory usage scales linearly with model complexity</a:t>
            </a:r>
          </a:p>
          <a:p>
            <a:pPr marL="0" indent="0">
              <a:buNone/>
            </a:pPr>
            <a:r>
              <a:rPr lang="en-US" b="1" dirty="0"/>
              <a:t>Key Insight</a:t>
            </a:r>
          </a:p>
          <a:p>
            <a:r>
              <a:rPr lang="en-US" dirty="0"/>
              <a:t>Memory efficiency is not a limiting factor for any model - all achieve excellent memory footprint suitable for practical deployment on consumer hardware.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524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BE65-5B7F-BDB9-DDB3-091EAE07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 &amp; Answer to Research Question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C3C15-55FF-44BA-AEB7-417320728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75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Accuracy: 91.7% - 97.0%</a:t>
            </a: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Speed: ≤0.12ms inference</a:t>
            </a: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Memory: ≤6.45MB usage Best Overall: Random Forest Accuracy:97.0%</a:t>
            </a: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Inference Time:0.12ms Memory Usage:6.45MB </a:t>
            </a:r>
          </a:p>
          <a:p>
            <a:pPr marL="0" indent="0" algn="just">
              <a:lnSpc>
                <a:spcPct val="100000"/>
              </a:lnSpc>
              <a:spcBef>
                <a:spcPts val="15"/>
              </a:spcBef>
              <a:buNone/>
            </a:pPr>
            <a:r>
              <a:rPr lang="en-US" b="1" dirty="0"/>
              <a:t>Performance Trade-offs </a:t>
            </a:r>
          </a:p>
          <a:p>
            <a:pPr marL="0" indent="0" algn="just">
              <a:lnSpc>
                <a:spcPct val="100000"/>
              </a:lnSpc>
              <a:spcBef>
                <a:spcPts val="15"/>
              </a:spcBef>
              <a:buNone/>
            </a:pPr>
            <a:r>
              <a:rPr lang="en-US" b="1" dirty="0"/>
              <a:t>Fastest: Lightweight CNN</a:t>
            </a: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~0.004ms inference</a:t>
            </a:r>
          </a:p>
          <a:p>
            <a:pPr marL="0" indent="0" algn="just">
              <a:lnSpc>
                <a:spcPct val="100000"/>
              </a:lnSpc>
              <a:spcBef>
                <a:spcPts val="15"/>
              </a:spcBef>
              <a:buNone/>
            </a:pPr>
            <a:r>
              <a:rPr lang="en-US" b="1" dirty="0"/>
              <a:t>Most Efficient: Gradient Boosting</a:t>
            </a: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Minimal memory footprint</a:t>
            </a:r>
          </a:p>
          <a:p>
            <a:pPr marL="0" indent="0" algn="just">
              <a:lnSpc>
                <a:spcPct val="100000"/>
              </a:lnSpc>
              <a:spcBef>
                <a:spcPts val="15"/>
              </a:spcBef>
              <a:buNone/>
            </a:pPr>
            <a:r>
              <a:rPr lang="en-US" b="1" dirty="0"/>
              <a:t>Most Balanced: Random Forest</a:t>
            </a: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High accuracy + acceptable speed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49B88-4472-D18E-56E5-74B39BEF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38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274C-9B7B-44D0-5054-96CDA43A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4ECD-CEE1-64AD-4464-D3012099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Findings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3AA94-3497-CC79-D6AC-F779A1A56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751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15"/>
              </a:spcBef>
              <a:buNone/>
            </a:pPr>
            <a:r>
              <a:rPr lang="en-US" b="1" dirty="0"/>
              <a:t>Traditional ML Outperforms Neural Networks</a:t>
            </a: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Random Forest achieved highest accuracy (97.0%)</a:t>
            </a: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Gradient Boosting matched neural network performance with better efficiency Lightweight CNN achieved 91.7% accuracy, lowest among three approaches</a:t>
            </a: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Insight:Traditional ML techniques remain highly effective for network intrusion detection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1A91F-E0B9-EFEA-7A97-9FD4A6C0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16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0710-3253-0D22-5E88-A48B57FDF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197E-7B41-A84F-58DF-511F93072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Attack Detection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C6DB6-3F36-FF6B-39A9-1CBEF8A4A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751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Random Forest: 93.2% precision, 80.4% recall</a:t>
            </a:r>
          </a:p>
          <a:p>
            <a:pPr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Gradient Boosting: 90.1% precision, 80.0% recall</a:t>
            </a:r>
          </a:p>
          <a:p>
            <a:pPr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Lightweight CNN: 77.0% precision, 75.4% recall Traditional ML shows superior attack detection capability</a:t>
            </a:r>
          </a:p>
          <a:p>
            <a:pPr marL="0" indent="0" algn="just">
              <a:lnSpc>
                <a:spcPct val="100000"/>
              </a:lnSpc>
              <a:spcBef>
                <a:spcPts val="15"/>
              </a:spcBef>
              <a:buNone/>
            </a:pPr>
            <a:r>
              <a:rPr lang="en-US" b="1" dirty="0"/>
              <a:t>Memory Efficiency</a:t>
            </a:r>
          </a:p>
          <a:p>
            <a:pPr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CNN: 1.16MB (most efficient)</a:t>
            </a:r>
          </a:p>
          <a:p>
            <a:pPr algn="just">
              <a:lnSpc>
                <a:spcPct val="100000"/>
              </a:lnSpc>
              <a:spcBef>
                <a:spcPts val="15"/>
              </a:spcBef>
            </a:pPr>
            <a:r>
              <a:rPr lang="en-US" dirty="0"/>
              <a:t>Gradient Boosting: ~0MB (minimal footprint) Random Forest: 6.45MB (still very lightweight) All models well within ≤4GB constraint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CF6A1-8135-8426-0DBF-A6085A9B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97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BC4B-2F7A-18EC-3AC0-946B2E01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7A8A2-5BD9-9E63-1108-02533C9B9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research demonstrates that lightweight traditional machine learning approaches are highly effective for real-time network intrusion detection, achieving excellent performance while maintaining practical deployment constraints.</a:t>
            </a:r>
          </a:p>
          <a:p>
            <a:pPr marL="0" indent="0">
              <a:buNone/>
            </a:pPr>
            <a:r>
              <a:rPr lang="en-US" b="1" dirty="0"/>
              <a:t>Best Overall</a:t>
            </a:r>
          </a:p>
          <a:p>
            <a:r>
              <a:rPr lang="en-US" dirty="0"/>
              <a:t>Random Forest - 97% accuracy with balanced performance</a:t>
            </a:r>
          </a:p>
          <a:p>
            <a:pPr marL="0" indent="0">
              <a:buNone/>
            </a:pPr>
            <a:r>
              <a:rPr lang="en-US" b="1" dirty="0"/>
              <a:t>Fastest</a:t>
            </a:r>
          </a:p>
          <a:p>
            <a:r>
              <a:rPr lang="en-US" dirty="0"/>
              <a:t>Lightweight CNN - 0.004ms inference time</a:t>
            </a:r>
          </a:p>
          <a:p>
            <a:pPr marL="0" indent="0">
              <a:buNone/>
            </a:pPr>
            <a:r>
              <a:rPr lang="en-US" b="1" dirty="0"/>
              <a:t>Most Balanced</a:t>
            </a:r>
          </a:p>
          <a:p>
            <a:r>
              <a:rPr lang="en-US" dirty="0"/>
              <a:t>Gradient Boosting - excellent accuracy with minimal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DC522-EBB1-7F6A-DBF8-70A9F39A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12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DC8C-5915-D8ED-BC52-7BE67CB5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AF86-6755-FEAA-6483-B31DAC69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660F9-228F-8DD0-2D9F-B4A78436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Extend beyond binary to multi-class attack categorization Identify specific attack types (DDoS, port scan, botnet, etc.) Develop specialized models for each attack category</a:t>
            </a:r>
          </a:p>
          <a:p>
            <a:pPr marL="0" indent="0">
              <a:buNone/>
            </a:pPr>
            <a:r>
              <a:rPr lang="en-US" b="1" dirty="0"/>
              <a:t>Edges IoT Deployment</a:t>
            </a:r>
          </a:p>
          <a:p>
            <a:r>
              <a:rPr lang="en-US" dirty="0"/>
              <a:t>Optimize models for resource-constrained devices On-device inference for real-time edge protection Lightweight architectures for IoT networks </a:t>
            </a:r>
          </a:p>
          <a:p>
            <a:pPr marL="0" indent="0">
              <a:buNone/>
            </a:pPr>
            <a:r>
              <a:rPr lang="en-US" b="1" dirty="0"/>
              <a:t>Ensemble Methods</a:t>
            </a:r>
          </a:p>
          <a:p>
            <a:r>
              <a:rPr lang="en-US" dirty="0"/>
              <a:t>Combining multiple models for enhanced accuracy Stacking and voting mechanisms</a:t>
            </a:r>
          </a:p>
          <a:p>
            <a:r>
              <a:rPr lang="en-US" dirty="0"/>
              <a:t>Adaptive ensemble selection based on network conditions</a:t>
            </a:r>
          </a:p>
          <a:p>
            <a:pPr marL="0" indent="0">
              <a:buNone/>
            </a:pPr>
            <a:r>
              <a:rPr lang="en-US" b="1" dirty="0"/>
              <a:t>Real-World Testing</a:t>
            </a:r>
          </a:p>
          <a:p>
            <a:r>
              <a:rPr lang="en-US" dirty="0"/>
              <a:t>Test on live network traffic from production environments Continuous learning with concept drift adaptation</a:t>
            </a:r>
          </a:p>
          <a:p>
            <a:r>
              <a:rPr lang="en-US" dirty="0"/>
              <a:t>Long-term performance monitoring and model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75619-D463-DC2B-C358-CB60EB20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BF63-613C-4E8E-B1A0-D710C5F2734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5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136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References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311215"/>
            <a:ext cx="10515600" cy="486574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Ahmad, Z., Shahid Khan, A., Wai </a:t>
            </a:r>
            <a:r>
              <a:rPr lang="en-US" dirty="0" err="1"/>
              <a:t>Shiang</a:t>
            </a:r>
            <a:r>
              <a:rPr lang="en-US" dirty="0"/>
              <a:t>, C., Abdullah, J., &amp; Ahmad, F. (2021). </a:t>
            </a:r>
            <a:r>
              <a:rPr lang="en-US" i="1" dirty="0"/>
              <a:t>Network intrusion detection system: A systematic study of machine learning and deep learning approaches</a:t>
            </a:r>
            <a:r>
              <a:rPr lang="en-US" dirty="0"/>
              <a:t>. </a:t>
            </a:r>
            <a:r>
              <a:rPr lang="en-US" b="1" dirty="0"/>
              <a:t>Transactions on Emerging Telecommunications Technologies, 32</a:t>
            </a:r>
            <a:r>
              <a:rPr lang="en-US" dirty="0"/>
              <a:t>(1), e4150. </a:t>
            </a:r>
            <a:r>
              <a:rPr lang="en-US" u="sng" dirty="0">
                <a:hlinkClick r:id="rId2"/>
              </a:rPr>
              <a:t>https://doi.org/10.1002/ett.4150</a:t>
            </a:r>
            <a:endParaRPr lang="en-US" dirty="0"/>
          </a:p>
          <a:p>
            <a:r>
              <a:rPr lang="en-US" dirty="0"/>
              <a:t>Bagui, S., Nandi, D., Bagui, S., &amp; White, R. J. (2021). Classifying phishing email using machine learning and deep learning. In </a:t>
            </a:r>
            <a:r>
              <a:rPr lang="en-US" i="1" dirty="0"/>
              <a:t>2021 International Conference on Cyber Security and Computer Science</a:t>
            </a:r>
            <a:r>
              <a:rPr lang="en-US" dirty="0"/>
              <a:t> (p. 15). IEEE. </a:t>
            </a:r>
            <a:r>
              <a:rPr lang="en-US" u="sng" dirty="0">
                <a:hlinkClick r:id="rId3"/>
              </a:rPr>
              <a:t>https://doi.org/10.1109/ICONCS52652.2021.9468675</a:t>
            </a:r>
            <a:endParaRPr lang="en-US" dirty="0"/>
          </a:p>
          <a:p>
            <a:r>
              <a:rPr lang="en-US" dirty="0"/>
              <a:t>Buczak, A. L., &amp; Guven, E. (2016). A survey of data mining and machine learning methods for cyber security intrusion detection. </a:t>
            </a:r>
            <a:r>
              <a:rPr lang="en-US" i="1" dirty="0"/>
              <a:t>IEEE Communications Surveys &amp; Tutorials, 18</a:t>
            </a:r>
            <a:r>
              <a:rPr lang="en-US" dirty="0"/>
              <a:t>(2), 1153–1176. </a:t>
            </a:r>
            <a:r>
              <a:rPr lang="en-US" u="sng" dirty="0">
                <a:hlinkClick r:id="rId4"/>
              </a:rPr>
              <a:t>https://doi.org/10.1109/COMST.2015.2494502</a:t>
            </a:r>
            <a:endParaRPr lang="en-US" dirty="0"/>
          </a:p>
          <a:p>
            <a:r>
              <a:rPr lang="en-US" dirty="0"/>
              <a:t>Chawla, N. V., Bowyer, K. W., Hall, L. O., &amp; </a:t>
            </a:r>
            <a:r>
              <a:rPr lang="en-US" dirty="0" err="1"/>
              <a:t>Kegelmeyer</a:t>
            </a:r>
            <a:r>
              <a:rPr lang="en-US" dirty="0"/>
              <a:t>, W. P. (2002). SMOTE: Synthetic minority oversampling technique. </a:t>
            </a:r>
            <a:r>
              <a:rPr lang="en-US" i="1" dirty="0"/>
              <a:t>Journal of Artificial Intelligence Research, 16</a:t>
            </a:r>
            <a:r>
              <a:rPr lang="en-US" dirty="0"/>
              <a:t>, 321–357. </a:t>
            </a:r>
            <a:r>
              <a:rPr lang="en-US" u="sng" dirty="0">
                <a:hlinkClick r:id="rId5"/>
              </a:rPr>
              <a:t>https://doi.org/10.1613/jair.953</a:t>
            </a:r>
            <a:endParaRPr lang="en-US" dirty="0"/>
          </a:p>
          <a:p>
            <a:r>
              <a:rPr lang="en-US" dirty="0"/>
              <a:t>Check Point Research. (2023). </a:t>
            </a:r>
            <a:r>
              <a:rPr lang="en-US" i="1" dirty="0"/>
              <a:t>Cyber attack trends: 2023 midyear report</a:t>
            </a:r>
            <a:r>
              <a:rPr lang="en-US" dirty="0"/>
              <a:t>. Check Point Software Technologies. </a:t>
            </a:r>
            <a:r>
              <a:rPr lang="en-US" u="sng" dirty="0">
                <a:hlinkClick r:id="rId6"/>
              </a:rPr>
              <a:t>https://www.checkpoint.com/cyberhub/threatprevention/whatiscyberattack/</a:t>
            </a:r>
            <a:endParaRPr lang="en-US" dirty="0"/>
          </a:p>
          <a:p>
            <a:r>
              <a:rPr lang="en-US" dirty="0" err="1"/>
              <a:t>Ferrag</a:t>
            </a:r>
            <a:r>
              <a:rPr lang="en-US" dirty="0"/>
              <a:t>, M. A., Maglaras, L., </a:t>
            </a:r>
            <a:r>
              <a:rPr lang="en-US" dirty="0" err="1"/>
              <a:t>Moschoyiannis</a:t>
            </a:r>
            <a:r>
              <a:rPr lang="en-US" dirty="0"/>
              <a:t>, S., &amp; Janicke, H. (2020). Deep learning for cyber security intrusion detection: Approaches, datasets, and comparative study. </a:t>
            </a:r>
            <a:r>
              <a:rPr lang="en-US" i="1" dirty="0"/>
              <a:t>Journal of Information Security and Applications, 50</a:t>
            </a:r>
            <a:r>
              <a:rPr lang="en-US" dirty="0"/>
              <a:t>, 102419. </a:t>
            </a:r>
          </a:p>
        </p:txBody>
      </p:sp>
    </p:spTree>
    <p:extLst>
      <p:ext uri="{BB962C8B-B14F-4D97-AF65-F5344CB8AC3E}">
        <p14:creationId xmlns:p14="http://schemas.microsoft.com/office/powerpoint/2010/main" val="701970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1238</TotalTime>
  <Words>1209</Words>
  <Application>Microsoft Office PowerPoint</Application>
  <PresentationFormat>Widescreen</PresentationFormat>
  <Paragraphs>149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Network Intrusion Detection Systems (NIDS)</vt:lpstr>
      <vt:lpstr>Introduction</vt:lpstr>
      <vt:lpstr>Background</vt:lpstr>
      <vt:lpstr>Project Goals</vt:lpstr>
      <vt:lpstr>Key Objectives</vt:lpstr>
      <vt:lpstr>2023 Cybersecurity Landscape </vt:lpstr>
      <vt:lpstr>2023 Cybersecurity Landscape </vt:lpstr>
      <vt:lpstr>Needs Dataset &amp; Methodology</vt:lpstr>
      <vt:lpstr>Evaluation Methodology</vt:lpstr>
      <vt:lpstr>Models Evaluated </vt:lpstr>
      <vt:lpstr>Model Selection Rationale</vt:lpstr>
      <vt:lpstr>Performance Summary Table Comprehensive comparison of lightweight ML models for network intrusion detection </vt:lpstr>
      <vt:lpstr>PowerPoint Presentation</vt:lpstr>
      <vt:lpstr>Memory Efficient Analysis</vt:lpstr>
      <vt:lpstr>Conclusions &amp; Answer to Research Question</vt:lpstr>
      <vt:lpstr>Key Findings</vt:lpstr>
      <vt:lpstr>Attack Detection Performance</vt:lpstr>
      <vt:lpstr>Conclusion</vt:lpstr>
      <vt:lpstr>Future Works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Algorithm</dc:title>
  <dc:creator>Li, Yuan</dc:creator>
  <cp:lastModifiedBy>Palchuri Sri Sai Aaslesh</cp:lastModifiedBy>
  <cp:revision>117</cp:revision>
  <dcterms:created xsi:type="dcterms:W3CDTF">2023-05-20T16:26:16Z</dcterms:created>
  <dcterms:modified xsi:type="dcterms:W3CDTF">2025-11-22T03:37:26Z</dcterms:modified>
</cp:coreProperties>
</file>